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 HOOK:
Open by reciting the 1-sentence big picture. Highlight that Echoes closes the entire loop from sound waves in the room to assigned tasks in sprint 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Contrast the manual pain with our automated solution. Teams do not suffer from lack of talk; they suffer from lack of post-meeting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STEP-BY-STEP EXPLANATION:
Walk the jury sequentially through this 5-step slide. Emphasize that audio files go straight to storage to prevent timeouts, and transcription uses an async job-ticket polling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JURY DEFENSE:
Judges love to ask: "How does your architecture handle a 1-hour recording on Vercel without hitting the 4.5MB request limit or 60-second execution timeout?" Explain this slide confidently!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Explain the Health Score formula! It quantifies whether a meeting was actually productive vs a waste of time. Show the screenshot on the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Echoes is an end-to-end platform. Once meeting notes are finalized, they immediately populate the Kanban board, Google Calendar, and email inboxes.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JURY DEFENSE:
Judges frequently probe security: "Is user data safe from cross-tenant leakage?" Use the Apartment Building analogy (PostgreSQL RLS) and Bank Teller analogy (SECURITY DEFINER).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Explain why Next.js was chosen over plain React (server-side security), Supabase over Firebase (relational structure fits orgs/tasks), and AssemblyAI over generic audio transcription.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JURY TIP:
Be honest and confident. If asked about what is next, proudly explain that you solved the hard core architectural problems first (diarization, RLS, timeouts).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CONCLUSION:
Wrap up on a high note. Emphasize that Echoes turns dead audio into actionable momentum.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MEETING INTELLIGENCE &amp; EXECUTION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ECHOES AI 2.0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Voice Conversations to Actionable Team Execution in Seconds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3108960"/>
            <a:ext cx="10332720" cy="1691640"/>
          </a:xfrm>
          <a:prstGeom prst="roundRect">
            <a:avLst>
              <a:gd name="adj" fmla="val 5405"/>
            </a:avLst>
          </a:prstGeom>
          <a:solidFill>
            <a:srgbClr val="151C2C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33756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 (IN ONE SENTENCE)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370332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talk in a meeting → Echoes listens and writes down who said what → AI extracts the summary, decisions, and to-do list → Everything gets saved and organized so your team can act without ever re-listening to the recording."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51206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257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Diarization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5577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AssemblyAI Voice Tagging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11880" y="51206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5257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Extraction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49040" y="5577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1.5/2.0 AI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51206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5257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Health Score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5577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0–100 Weighted Analytics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06840" y="51206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5257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Multi-Tenancy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0" y="5577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Database RLS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PROBLEM &amp; OUR ANSWER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Echoes? Solving The "Meeting Black Hole"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meetings generate talk, not execution. Echoes automates accountability.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ECHOES AI 2.0 • OFFICIAL JURY PITCH DECK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1813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THE PAIN: MEETING FATIGUE &amp; LOST 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67% of Action Items Forgotten: Key commitments made in conversations vanish unless manually transcribed.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32004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4+ Hours Wasted Weekly: Re-listening to 1-hour audio recordings to find one specific consensus point or deadline.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41148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Unstructured Meeting Bloat: No objective measure of whether meetings are effective, balanced, or rambling.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50292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Siloed Execution: Notes live in personal documents instead of flowing directly into sprint boards and calendars.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64592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0E1B2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THE SOLUTION: AUTONOMOUS EXECUTION ENGINE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2860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Zero-Loss Audio Ingestion: Instant browser recording or file drop with direct-to-storage background upload.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0" y="32004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Diarized Speaker Separation: Know exactly who spoke each sentence with millisecond-precision timestamps.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41148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Gemini Structured Synthesis: Instant executive summaries, key decisions, and prioritized tasks with assignees.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0" y="50292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Connected Workflow: Push tasks straight to Kanban, sync to Google Calendar, and send email digests with 1-click.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ECHOES WORKS • STEP-BY-STEP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5-Step Lifecycle: From Speech to Final Task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happens under the hood when a user clicks record.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ECHOES AI 2.0 • OFFICIAL JURY PITCH DECK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011680" cy="4389120"/>
          </a:xfrm>
          <a:prstGeom prst="roundRect">
            <a:avLst>
              <a:gd name="adj" fmla="val 3636"/>
            </a:avLst>
          </a:prstGeom>
          <a:solidFill>
            <a:srgbClr val="151C2C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187452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/ Upload Audio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15468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captures live mic audio or file. Sends directly to Supabase Storage. Saves instant "Needs Review" draft in database.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07792" y="1645920"/>
            <a:ext cx="2011680" cy="4389120"/>
          </a:xfrm>
          <a:prstGeom prst="roundRect">
            <a:avLst>
              <a:gd name="adj" fmla="val 3636"/>
            </a:avLst>
          </a:prstGeom>
          <a:solidFill>
            <a:srgbClr val="151C2C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85032" y="187452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3685032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44952" y="2514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Speech-to-Text &amp; Diarization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44952" y="315468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AssemblyAI transcribes speech and attributes dialogue to distinct speakers using an asynchronous job-ticket polling pattern.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84064" y="1645920"/>
            <a:ext cx="2011680" cy="4389120"/>
          </a:xfrm>
          <a:prstGeom prst="roundRect">
            <a:avLst>
              <a:gd name="adj" fmla="val 3636"/>
            </a:avLst>
          </a:prstGeom>
          <a:solidFill>
            <a:srgbClr val="151C2C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61304" y="1874520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5861304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21224" y="2514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Structured Synthesis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21224" y="315468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extracts structured JSON: Executive Summary, Key Decisions, Action Items with assignees, and Mood Sentiment.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60336" y="1645920"/>
            <a:ext cx="2011680" cy="4389120"/>
          </a:xfrm>
          <a:prstGeom prst="roundRect">
            <a:avLst>
              <a:gd name="adj" fmla="val 3636"/>
            </a:avLst>
          </a:prstGeom>
          <a:solidFill>
            <a:srgbClr val="151C2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37576" y="18745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8037576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97496" y="2514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Health Score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97496" y="315468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engagement balance, clarity conciseness, and task assignment clarity to calculate a 0–100 meeting quality score.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436608" y="1645920"/>
            <a:ext cx="2011680" cy="4389120"/>
          </a:xfrm>
          <a:prstGeom prst="roundRect">
            <a:avLst>
              <a:gd name="adj" fmla="val 3636"/>
            </a:avLst>
          </a:prstGeom>
          <a:solidFill>
            <a:srgbClr val="151C2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13848" y="18745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10213848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573768" y="2514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&amp; Execute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573768" y="315468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reviews and finalizes. Items auto-populate Kanban Board, Google Calendar, and automated attendee email digests.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EXCELLENCE • SOLVING TRADEOFFS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Heavy Audio &amp; Server Timeout Limits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overcame serverless execution caps and large file size barriers.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ECHOES AI 2.0 • OFFICIAL JURY PITCH DECK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2083"/>
            </a:avLst>
          </a:prstGeom>
          <a:solidFill>
            <a:srgbClr val="151C2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SOLVING THE 4.5MB BODY SIZE LIMIT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Serverless hosts (like Vercel) block request payloads larger than 4.5MB. An hour-long meeting audio file easily exceeds 50MB.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3063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Client-Direct Storage Ingestion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383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Audio streams directly from the browser into Supabase Storage.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server only receives the encrypted storage link (a few bytes).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Eliminates server bottlenecks entirely and supports long recordings.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46634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Zero-Loss Guarantee: The moment upload completes, a draft record is created in the database. Even if the browser tab closes, the recording is never lost.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645920"/>
            <a:ext cx="5120640" cy="4389120"/>
          </a:xfrm>
          <a:prstGeom prst="roundRect">
            <a:avLst>
              <a:gd name="adj" fmla="val 2083"/>
            </a:avLst>
          </a:prstGeom>
          <a:solidFill>
            <a:srgbClr val="151C2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SOLVING THE 60-SECOND FUNCTION TIMEOUT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2402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Serverless API functions time out after 60 seconds. A 1-hour meeting takes several minutes to transcribe and diarize.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0" y="3063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The "Pizza Tracker" Polling Pattern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33832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Server submits transcription to AssemblyAI and receives a job ticket.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 polls endpoint every few seconds: "Is transcript ready?"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server function is forced to wait around; timeouts are 100% avoided.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Once ready, the transcript transitions seamlessly to Gemini extraction.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0" y="5029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Production Scale: Handles meetings from 2 minutes to 2+ hours effortlessly.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CAPABILITIES &amp; QUANTITATIVE METRICS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Diarization, Gemini Extraction &amp; Health Score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conversational audio into structured, quantifiable business assets.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ECHOES AI 2.0 • OFFICIAL JURY PITCH DECK</a:t>
            </a:r>
            <a:endParaRPr lang="en-US" sz="850" dirty="0"/>
          </a:p>
        </p:txBody>
      </p:sp>
      <p:pic>
        <p:nvPicPr>
          <p:cNvPr id="6" name="Image 0" descr="E:\Projects\GLS Nexus\public\Live_Recorde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164592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151C2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17830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ASSEMBLYAI SPEAKER DIARIZATION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0" y="20574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dialogue by speaker ("Speaker A", "Speaker B") with millisecond timestamps. Solves the hardest problem in speech: knowing who committed to what.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17920" y="31089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51C2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32461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GOOGLE GEMINI STRUCTURED EXTRACTION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0" y="35204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reads unstructured text and formats it into clean JSON objects: Executive Summary, Key Decisions, and Action Items with priority levels and suggested assignees.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46634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0A1E1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48006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0–100 MEETING HEALTH SCORE ALGORITHM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00800" y="50749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algorithm: (1) Engagement Balance (nobody dominates) + (2) Clarity (decisions agreed upon) + (3) Actionability (all tasks assigned to real owners).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POST-MEETING WORKFLOW &amp; INTEGRATIONS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Execution Ecosystem: Kanban, Calendar &amp; Digests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Echoes moves meeting outcomes directly into existing team workflows.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ECHOES AI 2.0 • OFFICIAL JURY PITCH DECK</a:t>
            </a:r>
            <a:endParaRPr lang="en-US" sz="850" dirty="0"/>
          </a:p>
        </p:txBody>
      </p:sp>
      <p:pic>
        <p:nvPicPr>
          <p:cNvPr id="6" name="Image 0" descr="E:\Projects\GLS Nexus\public\Task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164592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151C2C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1755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Interactive Kanban Task Board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966960" y="175564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Sync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0" y="20574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 automatically convert into task cards organized by To Do, In Progress, and Done. Team velocity is tracked continuously.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217920" y="278892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151C2C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898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1-Click Google Calendar Sync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966960" y="289864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0" y="32004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follow-up meetings or milestones directly into Google Calendar with deep-links back to meeting transcripts.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17920" y="393192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151C2C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4041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✉️ Automated Email Digests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966960" y="404164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Nodemailer SMTP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400800" y="43434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formatted summaries and personalized task lists to all attendees. Unregistered members receive an instant workspace invite link.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217920" y="507492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151C2C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5184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Native PDF &amp; Word DOCX Export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966960" y="518464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In-Browser / Server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400800" y="54864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executive-ready PDF documents or editable Microsoft Word files without requiring external conversion tools.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 &amp;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Multi-Tenancy &amp; Security: The "Apartment Building"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Database-level security rules ensure zero data leakage between client workspaces.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ECHOES AI 2.0 • OFFICIAL JURY PITCH DECK</a:t>
            </a:r>
            <a:endParaRPr lang="en-US" sz="850" dirty="0"/>
          </a:p>
        </p:txBody>
      </p:sp>
      <p:pic>
        <p:nvPicPr>
          <p:cNvPr id="6" name="Image 0" descr="E:\Projects\GLS Nexus\public\Member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164592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151C2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THE "APARTMENT BUILDING" ANALOGY (RLS)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0" y="21488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Shared Infrastructure: Everyone uses the same database and code, but each workspace has its own locked door.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Enforced at PostgreSQL Layer: Row Level Security (RLS) is executed by the database itself, not just application code.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Leakage Guarantee: Even if app code had a bug, the database engine strictly blocks queries outside your authenticated workspace.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17920" y="3794760"/>
            <a:ext cx="5212080" cy="2240280"/>
          </a:xfrm>
          <a:prstGeom prst="roundRect">
            <a:avLst>
              <a:gd name="adj" fmla="val 3265"/>
            </a:avLst>
          </a:prstGeom>
          <a:solidFill>
            <a:srgbClr val="151C2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3931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THE "BANK TELLER" (SECURITY DEFINER)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0" y="4297680"/>
            <a:ext cx="4846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Restricted Vault Access: Users cannot directly alter workspace tables.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Specific Teller Functions: Actions like creating an organization, joining with an invite code, or deleting resources run through pre-approved PostgreSQL functions.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Default "Assigned Items Only": Newly invited members only see meetings &amp; tasks assigned to them, enforced via direct URL address-bar guards.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JUSTIFICATION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Picked Each Piece of Technology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framework and API was selected for production scalability and speed.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ECHOES AI 2.0 • OFFICIAL JURY PITCH DECK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51C2C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(App Router)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TypeScript in a single codebase. Server actions keep API keys (Gemini, AssemblyAI) completely hidden from browser bundles.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51C2C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7830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(PostgreSQL)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2148840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data integrity for organizations, members, meetings, and tasks. Combines Auth, Storage, and PostgreSQL RLS in one platform.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55280" y="16459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51C2C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7830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AssemblyAI Diarization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38160" y="2148840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speech-to-text with millisecond speaker attribution. Solves multi-speaker labeling far better than generalist LLMs.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51C2C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0233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1.5/2.0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389120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Unmatched long-context comprehension and rigid structured JSON schema adherence. Turns conversational transcripts into strict tasks.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0" y="388620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51C2C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40233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Platform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4389120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edge deployment with automated GitHub CI/CD pipeline. Generous global CDN bandwidth optimized for Next.js architectures.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55280" y="388620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51C2C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40233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Nodemailer &amp; Google Calendar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38160" y="4389120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integration with existing team tools. Users act on meeting outcomes through their everyday inbox and calendar.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ANTICIPATED QUESTIONS &amp; BULLETPROOF ANSWERS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Jury Q&amp;A Cheat Sheet: Defend Like a Pro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Straightforward, credible answers to the most probable jury inquiries.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ECHOES AI 2.0 • OFFICIAL JURY PITCH DECK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151C2C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What if the AI hallucinates or gets a summary wrong?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984248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Human-in-the-loop guarantee. The meeting sits in "Needs Review" first. Users can edit transcripts, reassign tasks, or tweak decisions before clicking "Finalize."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151C2C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5176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What if two different companies use this app simultaneously?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944368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Strict multi-tenant isolation. PostgreSQL Row-Level Security automatically tags and isolates all rows by organization_id. Data leakage is mathematically prevented.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52044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151C2C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61188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How do you handle a full 1-hour recording on Vercel without timeouts?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904488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We solved it using client-to-storage direct uploads (bypassing 4.5MB limits) and an asynchronous "job-ticket polling" pattern with AssemblyAI (bypassing 60s limits).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48056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151C2C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57200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Is audio stored securely? Could an unauthorized user steal it?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864608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Stored in private Supabase Storage buckets governed by the same Row-Level Security policies. Only authenticated members of the respective workspace can access audio files.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544068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151C2C"/>
          </a:solidFill>
          <a:ln w="12700">
            <a:solidFill>
              <a:srgbClr val="232E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53212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What is not built yet / what is on your roadmap?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824728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Direct Zoom/Google Meet bots, subscription billing tiers, and automated error telemetry with Sentry. We built a production-grade core engine first.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OF TEAM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Meetings from Time Sinks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Finished Results.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347472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151C2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3657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Live Bot Attendance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40690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calendar integration to auto-join Zoom, Teams, and Google Meet rooms as a silent listener.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80560" y="347472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151C2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3657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Cross-Meeting Intelligence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40690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analysis across 50+ meetings to track recurring blockers, project drift, and team sentiment over time.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0" y="347472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151C2C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3657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Enterprise Compliance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0" y="40690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SOC2 readiness, custom corporate retention policies, and self-hosted private LLM deployment options.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We are now open for Jury Questions.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2026-09-13T19:15:27Z</dcterms:created>
  <dcterms:modified xsi:type="dcterms:W3CDTF">2026-09-13T19:15:27Z</dcterms:modified>
</cp:coreProperties>
</file>