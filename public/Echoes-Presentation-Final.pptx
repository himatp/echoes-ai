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-43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79DB4-CB0F-4449-BD27-C960BACFD06C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975F1-1C63-42BE-BDCA-42D71DD0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2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0204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2926080"/>
            <a:ext cx="3840480" cy="384048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84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27634" y="786879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2.0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774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conversation into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organized action, automatically.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1605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notes &amp; task generator — live audio diarization, structured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extraction, and automated task orchestration for real teams.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525780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F1F2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5257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 Nexus Hackathon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52578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F1F2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5257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Tridyatech Limited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AI Meeting Notes &amp; Task Generator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Meetings produce decisions. They rarely produce action.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246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67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74320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Lengthy, unstructured discussion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246120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Key decisions get buried inside long transcripts no one re-reads.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05072" y="1874520"/>
            <a:ext cx="3246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2167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74320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ownership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246120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Action items are implied but never explicitly assigned to a person or date.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07224" y="1874520"/>
            <a:ext cx="3246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99832" y="2167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9983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74320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 overhead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3246120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Someone must relisten, summarize, and chase people after every meeting.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4206240"/>
            <a:ext cx="10250424" cy="1417320"/>
          </a:xfrm>
          <a:prstGeom prst="roundRect">
            <a:avLst>
              <a:gd name="adj" fmla="val 5806"/>
            </a:avLst>
          </a:prstGeom>
          <a:solidFill>
            <a:srgbClr val="1A1A1E"/>
          </a:solidFill>
          <a:ln/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9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67643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a system that listens once, structures automatically, and hands back ready-to-execute tasks — not another place to manually take notes.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talk. Echoes listens, structures, and acts.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4F46E5"/>
          </a:solidFill>
          <a:ln/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F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VERSION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talk in a meeting. Echoes writes down who said what, pulls out the summary, decisions, and to-do list — then saves and organizes it so your team can act without re-listening.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E4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conversation to tracked tasks — in under a minute.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21812" cy="176936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20665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EA5A5">
              <a:alpha val="12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5152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578608"/>
            <a:ext cx="300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926080"/>
            <a:ext cx="30097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Record in-browser or upload a file — audio streams straight to secure cloud storage.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66964" y="1828800"/>
            <a:ext cx="3521812" cy="176936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2996" y="20665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EA5A5">
              <a:alpha val="12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22996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22996" y="2578608"/>
            <a:ext cx="300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Speaker-aware transcript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22996" y="2926080"/>
            <a:ext cx="30097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AssemblyAI diarizes the recording so every line is attributed to the right person.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89120" y="3854196"/>
            <a:ext cx="3521812" cy="176936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40919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EA5A5">
              <a:alpha val="12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1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45152" y="4604004"/>
            <a:ext cx="300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45152" y="4951476"/>
            <a:ext cx="30097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Gemini turns raw text into a summary, decisions, and owner-tagged tasks.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66964" y="3854196"/>
            <a:ext cx="3521812" cy="176936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22996" y="40919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EA5A5">
              <a:alpha val="12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22996" y="4091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422996" y="4604004"/>
            <a:ext cx="300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22996" y="4951476"/>
            <a:ext cx="30097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Nothing is final automatically — meetings start in “Needs Review” until you confirm.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microphone to Kanban 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700784" cy="2286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651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Capture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04088" y="30175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Mic or upload —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audio goes straight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to Supabase Storage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45436" y="1874520"/>
            <a:ext cx="1700784" cy="2286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6604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46604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46604" y="2651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Diarize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546604" y="30175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AssemblyAI transcribes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+ labels speakers,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async (no timeout)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87952" y="1874520"/>
            <a:ext cx="1700784" cy="2286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651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Extract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389120" y="30175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Gemini returns JSON: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summary, decisions,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action items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0468" y="1874520"/>
            <a:ext cx="1700784" cy="2286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1636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31636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31636" y="2651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Score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231636" y="30175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Health Score from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talk balance +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decision density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872984" y="1874520"/>
            <a:ext cx="1700784" cy="2286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74152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74152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74152" y="2651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Review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074152" y="30175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Sits in “Needs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Review” until a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human finalizes it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15500" y="1874520"/>
            <a:ext cx="1700784" cy="2286000"/>
          </a:xfrm>
          <a:prstGeom prst="roundRect">
            <a:avLst>
              <a:gd name="adj" fmla="val 4839"/>
            </a:avLst>
          </a:prstGeom>
          <a:solidFill>
            <a:srgbClr val="10B981"/>
          </a:solidFill>
          <a:ln/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16668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916668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916668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16668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916668" y="2651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Act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9916668" y="30175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Task board, export,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calendar sync,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email digest</a:t>
            </a:r>
            <a:endParaRPr lang="en-US" sz="105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2920" y="4526280"/>
            <a:ext cx="10913364" cy="1417320"/>
          </a:xfrm>
          <a:prstGeom prst="roundRect">
            <a:avLst>
              <a:gd name="adj" fmla="val 5806"/>
            </a:avLst>
          </a:prstGeom>
          <a:solidFill>
            <a:srgbClr val="1A1A1E"/>
          </a:solidFill>
          <a:ln/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6868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9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68680" y="499948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server can't wait forever. Recording/upload goes straight to storage (no size bottleneck), and transcription runs as submit-then-poll — your browser checks back every few seconds until AssemblyAI's job is done.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A9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by design — enforced by the database, not just the app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3246120" cy="3063240"/>
          </a:xfrm>
          <a:prstGeom prst="roundRect">
            <a:avLst>
              <a:gd name="adj" fmla="val 2687"/>
            </a:avLst>
          </a:prstGeom>
          <a:solidFill>
            <a:srgbClr val="1F1F24"/>
          </a:solidFill>
          <a:ln w="12700">
            <a:solidFill>
              <a:srgbClr val="34343B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3957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250545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2971800"/>
            <a:ext cx="266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703320"/>
            <a:ext cx="2660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workspace is its own locked unit. Every meeting and task is tagged “this belongs to workspace #123.”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05072" y="2103120"/>
            <a:ext cx="3246120" cy="3063240"/>
          </a:xfrm>
          <a:prstGeom prst="roundRect">
            <a:avLst>
              <a:gd name="adj" fmla="val 2687"/>
            </a:avLst>
          </a:prstGeom>
          <a:solidFill>
            <a:srgbClr val="1F1F24"/>
          </a:solidFill>
          <a:ln w="12700">
            <a:solidFill>
              <a:srgbClr val="34343B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23957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EA5A5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407408" y="250545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0EA5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0" y="2971800"/>
            <a:ext cx="266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703320"/>
            <a:ext cx="2660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itself refuses to return rows outside your workspace — enforced by the database, so even a bug in app code can't leak another org's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07224" y="2103120"/>
            <a:ext cx="3246120" cy="3063240"/>
          </a:xfrm>
          <a:prstGeom prst="roundRect">
            <a:avLst>
              <a:gd name="adj" fmla="val 2687"/>
            </a:avLst>
          </a:prstGeom>
          <a:solidFill>
            <a:srgbClr val="1F1F24"/>
          </a:solidFill>
          <a:ln w="12700">
            <a:solidFill>
              <a:srgbClr val="34343B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99832" y="23957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09560" y="250545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99832" y="2971800"/>
            <a:ext cx="266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DEFINER functions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3703320"/>
            <a:ext cx="2660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actions like creating or deleting a workspace run through a trusted, pre-approved function — like handing a request to a bank teller instead of reaching into the vault yourself.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</a:t>
            </a:r>
            <a:r>
              <a:rPr lang="en-US" sz="2800" b="1" dirty="0" smtClean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and reliability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246120" cy="374904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FRONTEND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27980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26700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Next.js 14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33272" y="2962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App Router + TypeScript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37124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33272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Tailwind CSS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33272" y="38770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shadcn/ui components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46268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33272" y="44988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Framer Motion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33272" y="47914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card + state animation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05072" y="1874520"/>
            <a:ext cx="3246120" cy="374904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214884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0EA5A5">
              <a:alpha val="12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79392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AI &amp; AUDIO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79392" y="27980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A5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35424" y="26700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Gemini API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35424" y="2962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structured JSON extraction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79392" y="37124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A5A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35424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AssemblyAI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535424" y="38770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transcription + diarization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79392" y="46268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A5A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35424" y="44988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Web Speech API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535424" y="47914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voice-command listener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07224" y="1874520"/>
            <a:ext cx="3246120" cy="374904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81544" y="214884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81544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DATA &amp; DELIVERY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781544" y="27980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37576" y="26700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Supabase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037576" y="2962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Postgres, auth, storage, RLS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781544" y="37124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37576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Resend / Gmail SMTP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037576" y="38770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digests + workspace invites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781544" y="46268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37576" y="44988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Vercel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8037576" y="47914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one-click live deployment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PRODUCTION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90888" y="749809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core integration, tested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429000" cy="1252728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030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AssemblyAI Diarization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431335"/>
            <a:ext cx="2971800" cy="372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Live-mic audio uploaded to storage, </a:t>
            </a:r>
            <a:endParaRPr lang="en-US" sz="1200" dirty="0" smtClean="0">
              <a:solidFill>
                <a:srgbClr val="6B6B76"/>
              </a:solidFill>
              <a:latin typeface="Calibri" pitchFamily="34" charset="0"/>
              <a:ea typeface="Calibri" pitchFamily="34" charset="-122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 smtClean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speaker-labeled </a:t>
            </a: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transcript returned.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33088" y="1828800"/>
            <a:ext cx="3429000" cy="1252728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61688" y="2030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Gemini Structured JSON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361688" y="2431336"/>
            <a:ext cx="2971800" cy="372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Summary, decisions, health score, and relative-date resolution confirmed.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63256" y="1828800"/>
            <a:ext cx="3429000" cy="1252728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91856" y="2030919"/>
            <a:ext cx="2971800" cy="32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Supabase Persistence + RLS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991856" y="2431336"/>
            <a:ext cx="2971800" cy="372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Real rows written and queried, isolated per workspace by the database.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3274040"/>
            <a:ext cx="3429000" cy="1201707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3452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PDF &amp; DOCX Export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31520" y="3840479"/>
            <a:ext cx="2971800" cy="40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Real binary documents generated with speaker turns and action tables.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33088" y="3274040"/>
            <a:ext cx="3429000" cy="1201707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361688" y="3452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Email Digest + Invites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361688" y="3840479"/>
            <a:ext cx="2971800" cy="40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Real inbox delivery, with a one-click workspace invite for new teammates.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63256" y="3274040"/>
            <a:ext cx="3429000" cy="1201707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991856" y="3452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Google Calendar Sync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7991856" y="3840479"/>
            <a:ext cx="2971800" cy="40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Real OAuth 2.0 flow — verified event created on a live Google Calendar.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920" y="5125212"/>
            <a:ext cx="10689336" cy="777240"/>
          </a:xfrm>
          <a:prstGeom prst="roundRect">
            <a:avLst>
              <a:gd name="adj" fmla="val 10588"/>
            </a:avLst>
          </a:prstGeom>
          <a:solidFill>
            <a:srgbClr val="1A1A1E"/>
          </a:solidFill>
          <a:ln/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2960" y="52440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" dirty="0">
                <a:solidFill>
                  <a:srgbClr val="9A93F5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HEALTH SCORE — THE ACTUAL FORMULA</a:t>
            </a:r>
            <a:endParaRPr lang="en-US" sz="1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22960" y="55092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0.45 × TalkTimeBalance + 0.45 × DecisionDensity + 10 − UnassignedPenalty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</a:t>
            </a:r>
            <a:r>
              <a:rPr lang="en-US" sz="2800" b="1" dirty="0" smtClean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6250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540104"/>
            <a:ext cx="2186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Live meeting mode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2376" y="3033400"/>
            <a:ext cx="2405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Record + generate notes in real time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56534" y="1874520"/>
            <a:ext cx="26250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5990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7599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75990" y="2540104"/>
            <a:ext cx="2186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Google Calendar sync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75990" y="3033400"/>
            <a:ext cx="2186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One-click push of action items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0148" y="1874520"/>
            <a:ext cx="26250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9604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29604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29604" y="2540104"/>
            <a:ext cx="2186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Meeting Health Score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29604" y="3033400"/>
            <a:ext cx="2186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Talk-time, decisions, accountability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63761" y="1874520"/>
            <a:ext cx="26250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3217" y="2093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3217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3217" y="2540104"/>
            <a:ext cx="2186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Recurring memory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283217" y="3033400"/>
            <a:ext cx="2186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Flags tasks carried over week to week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26250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" y="4014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2376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" y="4484408"/>
            <a:ext cx="2186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Voice-command tasks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22376" y="4941608"/>
            <a:ext cx="2186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“Add a task for X by Friday,” live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356534" y="3794760"/>
            <a:ext cx="26250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75990" y="4014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7599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75990" y="4484408"/>
            <a:ext cx="2186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Personalized digests + invites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3575990" y="5001768"/>
            <a:ext cx="2634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Each owner emailed their tasks; new members join in one click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10148" y="3794760"/>
            <a:ext cx="26250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29604" y="4014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12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29604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29604" y="4484408"/>
            <a:ext cx="2186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Multi-language input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429604" y="4977704"/>
            <a:ext cx="2186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Hindi / Gujarati transcripts, normalized</a:t>
            </a: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063761" y="3794760"/>
            <a:ext cx="2625014" cy="1691640"/>
          </a:xfrm>
          <a:prstGeom prst="roundRect">
            <a:avLst>
              <a:gd name="adj" fmla="val 4865"/>
            </a:avLst>
          </a:prstGeom>
          <a:solidFill>
            <a:srgbClr val="4F46E5"/>
          </a:solidFill>
          <a:ln/>
          <a:effectLst>
            <a:outerShdw blurRad="127000" dist="38100" dir="5400000" algn="bl" rotWithShape="0">
              <a:srgbClr val="1A1A1E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283217" y="4069080"/>
            <a:ext cx="21861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7,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&amp;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verified.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377440"/>
            <a:ext cx="5669280" cy="5669280"/>
          </a:xfrm>
          <a:prstGeom prst="ellipse">
            <a:avLst/>
          </a:prstGeom>
          <a:solidFill>
            <a:srgbClr val="202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-259491" y="3058915"/>
            <a:ext cx="12636537" cy="86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017493" y="41605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F1F2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17493" y="4160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Tridyatech Limited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2013" y="416052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F1F2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92013" y="4160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 Nexus Hackathon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806</Words>
  <Application>Microsoft Office PowerPoint</Application>
  <PresentationFormat>Custom</PresentationFormat>
  <Paragraphs>174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5</cp:revision>
  <dcterms:created xsi:type="dcterms:W3CDTF">2026-09-14T02:19:11Z</dcterms:created>
  <dcterms:modified xsi:type="dcterms:W3CDTF">2026-09-15T10:44:25Z</dcterms:modified>
</cp:coreProperties>
</file>